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8567e5b3904fd1" /><Relationship Type="http://schemas.openxmlformats.org/officeDocument/2006/relationships/extended-properties" Target="/docProps/app.xml" Id="R76ef8b4c5eed4f6f" /><Relationship Type="http://schemas.openxmlformats.org/officeDocument/2006/relationships/officeDocument" Target="/ppt/presentation.xml" Id="R321572fdd21c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9f4b164c041de"/>
  </p:sldMasterIdLst>
  <p:notesMasterIdLst>
    <p:notesMasterId xmlns:r="http://schemas.openxmlformats.org/officeDocument/2006/relationships" r:id="R86e5a22bb3a542d6"/>
  </p:notesMasterIdLst>
  <p:sldIdLst>
    <p:sldId xmlns:r="http://schemas.openxmlformats.org/officeDocument/2006/relationships" id="256" r:id="Rf0ffcd1233734449"/>
    <p:sldId xmlns:r="http://schemas.openxmlformats.org/officeDocument/2006/relationships" id="257" r:id="R2478718b81b94377"/>
    <p:sldId xmlns:r="http://schemas.openxmlformats.org/officeDocument/2006/relationships" id="258" r:id="R71eeb64f95004e91"/>
    <p:sldId xmlns:r="http://schemas.openxmlformats.org/officeDocument/2006/relationships" id="259" r:id="Rb5df4929f23a4e87"/>
    <p:sldId xmlns:r="http://schemas.openxmlformats.org/officeDocument/2006/relationships" id="260" r:id="R1bc730d896a04899"/>
    <p:sldId xmlns:r="http://schemas.openxmlformats.org/officeDocument/2006/relationships" id="261" r:id="R602a6ce4e8f44807"/>
    <p:sldId xmlns:r="http://schemas.openxmlformats.org/officeDocument/2006/relationships" id="262" r:id="R00076c6ba7e34907"/>
    <p:sldId xmlns:r="http://schemas.openxmlformats.org/officeDocument/2006/relationships" id="263" r:id="R9b8069533b574e07"/>
    <p:sldId xmlns:r="http://schemas.openxmlformats.org/officeDocument/2006/relationships" id="264" r:id="R70df9f8ce3a44583"/>
    <p:sldId xmlns:r="http://schemas.openxmlformats.org/officeDocument/2006/relationships" id="265" r:id="Rb31cf7b337484764"/>
    <p:sldId xmlns:r="http://schemas.openxmlformats.org/officeDocument/2006/relationships" id="266" r:id="Rafce612af59a417c"/>
    <p:sldId xmlns:r="http://schemas.openxmlformats.org/officeDocument/2006/relationships" id="267" r:id="R4e7f78b616f848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62d1483444f85" /><Relationship Type="http://schemas.openxmlformats.org/officeDocument/2006/relationships/slideMaster" Target="/ppt/slideMasters/slideMaster1.xml" Id="R01b9f4b164c041de" /><Relationship Type="http://schemas.openxmlformats.org/officeDocument/2006/relationships/notesMaster" Target="/ppt/notesMasters/notesMaster1.xml" Id="R86e5a22bb3a542d6" /><Relationship Type="http://schemas.openxmlformats.org/officeDocument/2006/relationships/presProps" Target="/ppt/presProps.xml" Id="Red3adffecabb49e6" /><Relationship Type="http://schemas.openxmlformats.org/officeDocument/2006/relationships/tableStyles" Target="/ppt/tableStyles.xml" Id="R81da03c005bc4f9b" /><Relationship Type="http://schemas.openxmlformats.org/officeDocument/2006/relationships/slide" Target="/ppt/slides/slide1.xml" Id="Rf0ffcd1233734449" /><Relationship Type="http://schemas.openxmlformats.org/officeDocument/2006/relationships/slide" Target="/ppt/slides/slide2.xml" Id="R2478718b81b94377" /><Relationship Type="http://schemas.openxmlformats.org/officeDocument/2006/relationships/slide" Target="/ppt/slides/slide3.xml" Id="R71eeb64f95004e91" /><Relationship Type="http://schemas.openxmlformats.org/officeDocument/2006/relationships/slide" Target="/ppt/slides/slide4.xml" Id="Rb5df4929f23a4e87" /><Relationship Type="http://schemas.openxmlformats.org/officeDocument/2006/relationships/slide" Target="/ppt/slides/slide5.xml" Id="R1bc730d896a04899" /><Relationship Type="http://schemas.openxmlformats.org/officeDocument/2006/relationships/slide" Target="/ppt/slides/slide6.xml" Id="R602a6ce4e8f44807" /><Relationship Type="http://schemas.openxmlformats.org/officeDocument/2006/relationships/slide" Target="/ppt/slides/slide7.xml" Id="R00076c6ba7e34907" /><Relationship Type="http://schemas.openxmlformats.org/officeDocument/2006/relationships/slide" Target="/ppt/slides/slide8.xml" Id="R9b8069533b574e07" /><Relationship Type="http://schemas.openxmlformats.org/officeDocument/2006/relationships/slide" Target="/ppt/slides/slide9.xml" Id="R70df9f8ce3a44583" /><Relationship Type="http://schemas.openxmlformats.org/officeDocument/2006/relationships/slide" Target="/ppt/slides/slide10.xml" Id="Rb31cf7b337484764" /><Relationship Type="http://schemas.openxmlformats.org/officeDocument/2006/relationships/slide" Target="/ppt/slides/slide11.xml" Id="Rafce612af59a417c" /><Relationship Type="http://schemas.openxmlformats.org/officeDocument/2006/relationships/slide" Target="/ppt/slides/slide12.xml" Id="R4e7f78b616f848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2cf6256fc43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a6415899ae446b" /><Relationship Type="http://schemas.openxmlformats.org/officeDocument/2006/relationships/notesMaster" Target="/ppt/notesMasters/notesMaster1.xml" Id="R04a6b577cf8941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227ec07020478b" /><Relationship Type="http://schemas.openxmlformats.org/officeDocument/2006/relationships/notesMaster" Target="/ppt/notesMasters/notesMaster1.xml" Id="R0c69e1dd718043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ca2c62f8dd4752" /><Relationship Type="http://schemas.openxmlformats.org/officeDocument/2006/relationships/notesMaster" Target="/ppt/notesMasters/notesMaster1.xml" Id="Rf25eff4cd737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66f0f03b94188" /><Relationship Type="http://schemas.openxmlformats.org/officeDocument/2006/relationships/notesMaster" Target="/ppt/notesMasters/notesMaster1.xml" Id="Raa3d5ca92fa748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0a14e142d4659" /><Relationship Type="http://schemas.openxmlformats.org/officeDocument/2006/relationships/notesMaster" Target="/ppt/notesMasters/notesMaster1.xml" Id="R600543925a2f41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64f9cac8b477d" /><Relationship Type="http://schemas.openxmlformats.org/officeDocument/2006/relationships/notesMaster" Target="/ppt/notesMasters/notesMaster1.xml" Id="R2f43dfeba1df41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004939a73d42f1" /><Relationship Type="http://schemas.openxmlformats.org/officeDocument/2006/relationships/notesMaster" Target="/ppt/notesMasters/notesMaster1.xml" Id="R989e63d14b8c42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386f13a8bc48d4" /><Relationship Type="http://schemas.openxmlformats.org/officeDocument/2006/relationships/notesMaster" Target="/ppt/notesMasters/notesMaster1.xml" Id="Rda7fea8ec20048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dfbcbe9ced4858" /><Relationship Type="http://schemas.openxmlformats.org/officeDocument/2006/relationships/notesMaster" Target="/ppt/notesMasters/notesMaster1.xml" Id="Ra37b5089410041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8010496c20441b" /><Relationship Type="http://schemas.openxmlformats.org/officeDocument/2006/relationships/notesMaster" Target="/ppt/notesMasters/notesMaster1.xml" Id="R44457c571e6a40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938dded271478d" /><Relationship Type="http://schemas.openxmlformats.org/officeDocument/2006/relationships/notesMaster" Target="/ppt/notesMasters/notesMaster1.xml" Id="Rbf53a1b9d92d42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588ad9d27a45bf" /><Relationship Type="http://schemas.openxmlformats.org/officeDocument/2006/relationships/notesMaster" Target="/ppt/notesMasters/notesMaster1.xml" Id="Rf2cb0461f3a245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38ff6283d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773825346543f8" /><Relationship Type="http://schemas.openxmlformats.org/officeDocument/2006/relationships/slideLayout" Target="/ppt/slideLayouts/slideLayout1.xml" Id="R3e9292cb5320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292cb5320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7e945d38b4045" /><Relationship Type="http://schemas.openxmlformats.org/officeDocument/2006/relationships/notesSlide" Target="/ppt/notesSlides/notesSlide1.xml" Id="Rebbfd5dbee17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0165007b44ce1" /><Relationship Type="http://schemas.openxmlformats.org/officeDocument/2006/relationships/notesSlide" Target="/ppt/notesSlides/notesSlide2.xml" Id="R76898a8e5947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7157a3a994833" /><Relationship Type="http://schemas.openxmlformats.org/officeDocument/2006/relationships/notesSlide" Target="/ppt/notesSlides/notesSlide3.xml" Id="Raaba0e144180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8c70fa4048a7" /><Relationship Type="http://schemas.openxmlformats.org/officeDocument/2006/relationships/notesSlide" Target="/ppt/notesSlides/notesSlide4.xml" Id="Rb7129f1fef4c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7d5d17f3849cc" /><Relationship Type="http://schemas.openxmlformats.org/officeDocument/2006/relationships/notesSlide" Target="/ppt/notesSlides/notesSlide5.xml" Id="R7a03eabd98c647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58eec7d61445c" /><Relationship Type="http://schemas.openxmlformats.org/officeDocument/2006/relationships/notesSlide" Target="/ppt/notesSlides/notesSlide6.xml" Id="R9e9fd96b5283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d3bb42db04063" /><Relationship Type="http://schemas.openxmlformats.org/officeDocument/2006/relationships/notesSlide" Target="/ppt/notesSlides/notesSlide7.xml" Id="R6f26929d3fa547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d441c260b4319" /><Relationship Type="http://schemas.openxmlformats.org/officeDocument/2006/relationships/notesSlide" Target="/ppt/notesSlides/notesSlide8.xml" Id="R7f81e4398a3e48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b78d954a24f35" /><Relationship Type="http://schemas.openxmlformats.org/officeDocument/2006/relationships/notesSlide" Target="/ppt/notesSlides/notesSlide9.xml" Id="R58eab3f53c1c4a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0a783a02b40eb" /><Relationship Type="http://schemas.openxmlformats.org/officeDocument/2006/relationships/notesSlide" Target="/ppt/notesSlides/notesSlide10.xml" Id="R0fbcf80a5d7346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c3011ce444432" /><Relationship Type="http://schemas.openxmlformats.org/officeDocument/2006/relationships/notesSlide" Target="/ppt/notesSlides/notesSlide11.xml" Id="R6d5c46d5ec7945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1c58ab454d15" /><Relationship Type="http://schemas.openxmlformats.org/officeDocument/2006/relationships/notesSlide" Target="/ppt/notesSlides/notesSlide12.xml" Id="R7af37d99239548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DDE6F-B27F-4173-BBCC-FBA39EF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Goldfish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3EAF7-5809-44D8-99A8-25643F4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7524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推理策略与实测验证案例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EE27F-6B51-4882-A00D-CC5C1EE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480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ReAct / PlanAndExecute / ReWOO / Reflexion / Auto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ECDC1-8004-43C5-96FD-87FD8C41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42950"/>
            <a:ext cx="3714750" cy="4762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915400" y="23050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10115550" y="23050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BAA23-8EBD-4E4D-9F60-0D2A4B76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95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F2813-1CE3-42E3-8F6A-DDCF738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19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893F6-A481-4216-B1BE-6EA59C3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src/Goldfish.Harness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6A87C-E454-4A7D-B05C-35E94C2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85950"/>
            <a:ext cx="95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836DA-2531-467A-86E6-67F6727E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19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F8907-CD98-492D-9263-2FA2BE55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Goldfish.Harness.Tests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1EB3C-1050-435D-92B2-02C5FBA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885950"/>
            <a:ext cx="95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548B5-35F3-40AD-8C90-2BC96E3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19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9E194-03C3-41EC-BABD-587D2C88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050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48/48 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21BBD-5BC2-48BC-82B1-968C2B1D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1970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本版演示案例全部改为当前代码中可实际触发、可断言、可回归的测试案例。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C5736-2543-49BD-8E64-53D2CC58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35062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46CC7-9427-4D46-8CBF-01E80E21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ReAct：短链路任务用基础循环推进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5A3AC-3FAB-4F3B-A763-28ADF765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原理流程 + 适用场景 + 当前实现状态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21754-731E-4B1B-AE13-A9783F17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7029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562FB-ED14-4F54-9123-B8CDB7FC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原理流程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200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39147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5629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4782D-052D-4AF6-8454-78BD127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61649-CB51-416B-988E-6CD45E8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70546-E78E-4D47-B6E5-5D9B7CF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用户请求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25DEA-80A6-40FD-89E3-896906FA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C3674-0281-4E70-AD20-F9C49702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1504F-EA89-49C5-A3A0-66D47A6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必要时继续调用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F07A5-F3AC-4D69-ACD2-664939B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3082D-FE43-46B0-91BE-DB758BC2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60D71-19DC-4C81-AC44-DEE2D6D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过滤临时答复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1018B-92D9-4EF9-A031-98FE19CC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AD9F2-A4FC-4592-8178-D999AC58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EC2D7-ECE5-440E-AF1C-2B3BFCAE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只输出最终答案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E03A4-BC12-4704-957D-BE3C430A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88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8987C-74F6-46F4-8FA7-AECFC2E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适用场景建议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8279D-E460-4BEA-9A9F-ECD9E3E7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简单问答、短链路查询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需要低成本快速响应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适合 final_text_only 通道校验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D3A46-F85D-406D-88DB-D67BCE2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当前实现状态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6266F-9278-4675-95EA-64F06533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已由 ReAct 流式测试验证：临时答复会被拒绝，继续到最终可用答复。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CB578-6A2F-4EC4-9A10-4472C31C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5853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99DD7-6A21-477D-9524-3C92DF8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PlanAndExecute：先规划再执行，过程更可审计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BA31F-5789-4C83-9C07-154020AD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原理流程 + 适用场景 + 当前实现状态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64810-0A5E-4E26-8355-3D40CCB9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7029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281DC-1E07-41F7-9518-AC3DB0C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原理流程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200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39147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5629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FAFA4-8F92-4C2C-A7AC-2F7FDC1D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E1EB9-5A1B-48FE-8630-AE98F69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79188-7C8A-4348-9752-A36B1143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模型生成执行计划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3F78F-EFFD-464B-BE0F-6A694FB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F6E68-3B13-4942-84CD-864B05A8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C9654-BF39-4753-ACDD-017EFB31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PlanCreated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6023B-A2F1-445B-A72C-772C5EEB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B8B96-3DCA-4C94-A4CE-8C86466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1874B-CE2C-4E60-964A-BB1CA09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计划进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BA6DB-8BC6-45B3-8BA2-9C13EBBD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ED28E-EA93-4873-B592-E7938CE3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21149-052A-41E1-87EC-FF14429E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步骤事件推进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42578-C233-4656-B18E-5CFAAB00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88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99864-1D14-46AA-AA5E-1E0F9B7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适用场景建议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FB4CD-15A0-49B6-AE9E-13DC63D5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多步骤改造、排查、交付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需要过程状态和验收证据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希望输出结构稳定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5D5DB-361C-4EDC-9415-E5EDBD8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当前实现状态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DD267-2BE9-446B-8E52-DCE7E85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已验证 planning call → execution call，且 system message 包含当前执行计划。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9E951-F22A-43F2-B153-434DFC0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3555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2B2D8-A08A-4A33-A340-03082D2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ReWOO：面向多源任务的工具图策略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4869A-4F4D-4A94-868B-E48C17F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原理流程 + 适用场景 + 当前实现状态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61EEB-EE28-4D09-88EA-9F3A0D07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7029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59A0F-33AD-4DEE-9003-07F5319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原理流程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200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39147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5629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4161F-98EB-446D-A51A-7FF1B48D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13398-BDBF-431F-8369-B6700D6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F625B-ED58-4540-BABC-E02CD9AE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生成工具图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A66B6-8A3D-4628-80C1-2CB0A4E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5579F-3BD7-435D-940F-882EC3F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9B502-E47A-4B97-B234-9ED3D56E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逐个执行节点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1DCB5-8CE7-42B3-9F49-80B4A7A8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58E02-6A2C-4DAF-9B34-F6DC8290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C5AFB-2717-4C7A-B341-0CDC78A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仍走授权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7B557-B5CB-4095-A040-4FC87992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4791A-1C45-4AC5-A0B1-EEFB3E62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6ECAF-02DC-4A19-B488-586C10EC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观察回灌后综合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03631-7452-4E3B-B988-5F89EA25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88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A2F99-7E69-4E09-9717-9B6DFD08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适用场景建议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49519-2842-44A7-8BD4-E37A7F3E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多文件、多接口、多配置汇总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证据收集节点较多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后续可增强并发和依赖表达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2D51B-C2B1-4B92-BE3F-133AC29F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当前实现状态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B21CF-7F8B-40F0-A9B7-23536F93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已由 TC-RS-010 验证：ReWooGraphCreated、工具节点执行、ToolResult、观察回灌。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EB3CB-D5F9-4233-8724-3699C39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9146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60CB1-5C83-4B47-ADAB-837D307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Reflexion：最终答案前做约束校验和必要修正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F68D7-4C9C-4508-81FA-95E3AFB5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原理流程 + 适用场景 + 当前实现状态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56823-D481-4881-985B-81B35770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70294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1BD2-CC2C-4031-AA75-D9FAA18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原理流程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2200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39147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5629275" y="30099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592DA-82BD-4016-8C5B-D2C7588F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7FFC-0DC1-44BF-983D-F69D11D9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9F5B5-97F1-4E18-8929-E6630CB4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约束/失败类请求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9D5FD-7D2C-43C7-84BE-183BFC8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E573F-0303-4502-BD94-96A7DE5C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D976C-3AEC-4395-995D-F3AB0A35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校验当前答案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CFAC8-4A57-4F50-99A1-986A39B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8CC66-9A96-4192-BAF1-AE88725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7AA66-6336-4A1B-AC16-8B02B81C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必要时修正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0BE91-47FE-45BB-9EFD-43C3E3A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90800"/>
            <a:ext cx="1504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55D01-C567-4B36-B45B-E2951DA6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24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80540-CC90-41C0-AB23-A6EA67E8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990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输出 ReflectionCompleted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87CD5-7E36-4E31-81D1-144194C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88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46495-95D7-4292-962E-CBB8F7B0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适用场景建议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2B1AA-12BD-41CE-AF0B-D32C873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需要显式控制纠错层成本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约束明确或失败后修正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后续可增强经验沉淀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97141-B7C9-4AE6-A06E-8FFBE10A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当前实现状态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E0DD9-1989-4C82-AB19-76503712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已由 TC-RS-011 验证：违反 JSON 约束时，Reflexion 修正最终答案。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C6FE7-C166-427F-906F-8AF310FF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8937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AAC39-7A88-4547-83C6-190BCE05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实际情况：线上是组合应用，测试也按链路验证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4777A-3016-451A-8AE2-E3E0B9D5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策略选择、上下文注入、事件输出、计划执行和缓存重评估分层覆盖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29337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DFF90-F53D-41A9-9A41-761058EE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375A5-1C1A-47A4-8708-1D63EE2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6A377-7EBA-4735-A045-C33E96DD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85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显式策略优先；Auto 下用户本轮指定策略直接生效，否则每轮由 classifier 决策。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57912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D9C36-3140-4B8A-ABF2-412AD3D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89F0-828F-480C-8971-EDC50EC7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上下文层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B3CB7-8C1A-4141-9AF0-32ED5255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43200"/>
            <a:ext cx="1885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策略结果合并到第一条 system message，不新增中途 system。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86487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4795A-D954-42BB-BC2D-D6D0E04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E32BE-80B8-45FF-9B62-2ABE4B69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DA64B-41D6-4611-80A3-18F3693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885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Plan 已有计划创建和步骤事件；ReAct 保持基础循环兼容。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574B0-3196-45F5-9B24-755DE87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DE9F7-45DB-4414-AE56-FD27DF26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观测层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6B5DF-45B7-48F1-8141-87903250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1885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ReasoningStrategySelected、PlanCreated、PlanStepStarted/Completed 可断言。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95343-7BC6-4349-A7AA-9B703FED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95850"/>
            <a:ext cx="571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33264-C568-437C-B9EC-C7B87F3F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38725"/>
            <a:ext cx="541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dotnet test Goldfish.Harness.slnx -c Release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已通过：48 / 48    失败：0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D1540-C9B6-4FDE-B897-E410B2A1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36627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BE355-BB2D-44C9-A0CB-C9F39521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Auto：用户指定优先；否则每轮由大模型决策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0083-28BB-4BDA-B6C4-DFF0D09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普通选择不写死业务关键词；Auto 每轮调用 classifier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2562225" y="25336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4810125" y="25336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7058025" y="25336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9305925" y="2533650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2C3F-A22F-4914-A2A9-838B9CAD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14550"/>
            <a:ext cx="2076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A1BA-C553-41DD-93AE-702A817D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47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显式命令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82C59-FBE1-4DD5-848A-E5D19E18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336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用户本轮明确指定则直接返回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90745-D57B-41B8-8BE3-4766D92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14550"/>
            <a:ext cx="2076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9E501-3760-4E9E-A5B9-E0279CC6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47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用户指定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5FDF8-120D-4F0F-AF58-3E476B96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336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本轮明确指定则跳过 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DE8AD-989A-4EFA-BD8A-7CB4C2D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114550"/>
            <a:ext cx="2076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89A3B-1CEB-4D61-B94D-F5DF9BC7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47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分类器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9E678-762D-4143-91E7-A1A8985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336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高置信度生效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D2A44-060B-4185-8FC9-06F1A0E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14550"/>
            <a:ext cx="2076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40EA7-56DF-4390-A97C-98D20232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47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结构兜底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8FFDD-5085-485A-B97A-B30B67E1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336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低置信度/异常时生效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724EB-C6AD-400F-AF11-8CD9CA6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14550"/>
            <a:ext cx="2076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238D3-B5AD-4B6A-A334-A40A09B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47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事件输出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B3206-6022-4526-ABAB-C80E4DB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336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SelectionReason 可见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2E104-D853-41FB-A82F-1619739A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0439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5226F-CB4D-40AE-AE78-37BB389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对应单测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4B6D6-C7D6-40DC-8C1B-872F9B8A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AutoCallsClassifierEvenWhenSessionCacheExists  |  UserDirectedModeSkipsClassifierEvenWhenSessionCacheExists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86F17-5571-49AC-8CD3-42C40AB9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012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示例“我希望你走 plan 模式”会输出 auto-user-directed:PlanAndExecute；未指定时每轮 classifier 决策。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C1F9B-ED90-41DC-B0BF-227736C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9899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150F9-4EC0-4996-A740-7AE57B6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实测案例：ReAct 会拒绝临时答复，继续拿最终答案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898A2-2727-49C4-82D7-46230C4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验证案例来自 Goldfish.Harness.Tests，并已在当前工作区重新运行通过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B2621-1F78-459D-B5F6-AE7B9C53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4171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C828F-426E-4107-9CBE-5E5A0A4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04975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StreamAsync_FinalTextOnlyRejectsProvisionalAnswerAndContinues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816A0-C250-4442-B85D-663C84C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693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A129F-73EE-46E8-AAEF-6DB94C3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测试输入 /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EA06E-D928-4F35-8061-A17B8693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ReasoningOptions.Strategy = ReAct；用户输入：查询悦悦的积分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A5EF3-A7C4-4490-82B8-C076C6AC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实际过程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30289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59245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727E0-11B2-450E-86BB-9FB4287C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AEF23-8B13-4131-B7C0-0F706BD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Call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12465-9670-489B-994F-A86543B3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模型先返回临时话术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E748C-FE29-4945-A7DD-2F49DE93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29CCC-52E7-435E-A6AA-BFD4171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87AC4-32B8-4EE2-BC51-12F0E5A7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触发通道最终答复校验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885A5-EC4E-433C-87A9-3FF65072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0EAD-16DE-4795-A829-B7A37A60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Call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4639F-99B4-4290-8657-80FF37B8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继续生成最终答案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7FE8E-5F68-449C-A014-B859DCB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5553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1E4A0-CB35-4872-B212-4888310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关键断言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0FB54-72A4-435B-A6E6-1CBECD0E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不包含“请稍等”；TextDelta = 玥玥当前有 140.50 分；Calls =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238D3-D465-4A6C-82E8-C7DDC44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56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B864E-884E-4B39-BB43-70BFF2F7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验证结果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B0B03-9727-43DF-8900-E49FE396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 dotnet test 已通过；证明 ReAct 路径没有破坏 final_text_only 语义。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8E6E2-731E-4535-9699-D1F8C4AC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96033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67313-424D-4EB9-85BF-F1AFC6A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实测案例：PlanAndExecute 先创建计划，再注入执行上下文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F3C28-A039-41EF-9AB4-85F2AC7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验证案例来自 Goldfish.Harness.Tests，并已在当前工作区重新运行通过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5BD6B-F861-47A8-80C4-17FDFC50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4171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D678E-82CA-4988-8D07-463E792B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04975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RunAsync_PlanAndExecute_CreatesPlanAndAppendsItToExecutionSystemPrompt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51264-CD74-4406-8045-5A041437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693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6AC57-EA4F-4D7B-9D58-93D34A4C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测试输入 /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C8B2A-53FB-4C84-B576-537359F3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Strategy = PlanAndExecute；用户输入：请重构并测试；MaxPlanSteps =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F8E38-ED73-415D-95CE-6E86CE2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实际过程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30289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59245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FE69B-C2AF-42C0-8441-2743C275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DEEA7-5BFD-4CB2-8DE7-6C067E79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Planning 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7D991-4252-45FA-9135-061DA0EE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请求生成简洁执行计划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740C8-EBF0-4F42-82E9-BE2841DE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32BA1-96A2-49AA-A95E-8F01A1AF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5A7C-7B25-4E4D-8EAA-E268E700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Delta = 先分析再执行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8470F-DAF2-410A-BE7C-AA947983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D9869-4CFB-450A-8CC8-5D2521E4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5E15B-6BC4-42EC-B40D-D78ACA6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leading system 含当前计划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EB654-4C3B-45D6-81FC-DF9536AE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5553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21769-0864-41D0-AA17-01FF405A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关键断言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14E42-E4E6-4107-931E-A310FB97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包含 PlanStepStarted/Completed；system 含“分析: 确认任务边界”；Calls =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ED18E-4ECC-45EF-85CA-E8CF321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56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01FF01-113D-4000-AF25-9566350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验证结果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3EEEC-1879-4D6A-B305-B2C1E9A8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证明 Plan 不只是输出文本计划，而是进入后续执行 system context。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D0F34-8E77-4F61-B38B-7D14F03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9108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7FC98-BAF4-4813-BC13-A9914736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实测案例：ReWOO 创建工具图、执行节点并回灌观察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50D66-41A0-4071-8E5A-3D55DAB5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验证案例来自 Goldfish.Harness.Tests，并已在当前工作区重新运行通过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2A4CF-7B6D-4927-9541-3B40CDB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4171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F0A6E-BD31-4F5C-97A4-A287FB0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04975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TC-RS-010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RunAsync_ReWoo_CreatesGraphExecutesToolNodesAndAppendsObservations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BBA91-DF18-4CD2-9BCE-B7FA27E8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693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0F1E-0E4E-4537-8E3C-503FCBAF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测试输入 /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A7DB6-A53A-4B23-B50C-3C277200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 JSON: N1 调 recording_tool，arguments={value:42}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056EE-7716-4F02-AE96-956AF35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实际过程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30289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59245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99B5B-3F89-4F70-8605-C4F81A18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A33FA-6B9F-483F-A98F-89DE43D5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55592-9EBE-4E75-A977-31ABCC9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事件 ReWooGraphCreated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4A224-1D7B-4320-B0D1-1BF0FEF6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29257-A909-4CBA-93EE-D49466F6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 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809CE-96FE-4A84-8C75-C50AFB91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recording_tool 被真实执行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ED7F9-C90E-475F-B0D3-2522BE7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883E2-2ECB-485D-989C-854EB09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08FAE-BB1B-45CB-8579-189EB741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上下文追加 ReWOO 工具图观察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BFB03-87F7-4123-BC6F-732734E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5553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FE1B6-56B5-43A5-B74B-08601C3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关键断言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B98D1-633B-44D6-A024-0D22A6D4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断言 ToolResult(step=0)；system 含“当前 ReWOO 工具图”；最后消息含观察区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01B9D-267C-486E-9D5C-2A2C9B1E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56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8FBF3-021E-4461-9AB2-13330B15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验证结果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60220-BAE1-4382-8170-6583225C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当前证明 ReWOO 不只是 prompt，Harness 已实际执行工具图节点。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CC464-6006-4C33-9417-FB0E8C3B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2442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80F0D-6FAD-4D00-A088-85B1C01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实测案例：Reflexion 修正违反约束的最终答案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512B2-46C3-46B8-83AC-796CE574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验证案例来自 Goldfish.Harness.Tests，并已在当前工作区重新运行通过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885C5-2F75-487D-A7DB-84879988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4171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FB2B4-A55C-444F-B388-534880A5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04975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TC-RS-011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RunAsync_Reflexion_RevisesFinalAnswerWhenConstraintsAreMissed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FD1F2-E0DB-4724-9675-3A2A29EA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693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A8C5-434E-4E6B-BEBF-EC103A43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测试输入 /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5C798-EE03-4351-8B54-28AEA043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用户请求：必须只输出 JSON；初始答案：不是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48A4A-E0BB-489F-8142-7775255B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实际过程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30289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59245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CA1B0-5602-462B-9EBE-6D0E3B61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8C962-41BE-49BF-B4AA-77C78EBF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A7A19-32BF-46D4-B9D1-53CC94B0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主策略先输出非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A7089-6467-4351-99E1-7DF98BB1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406CE-D244-4991-AB30-4175D12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9F489-C6D2-4C69-B020-133FF1C8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Reflexion 校验器发现冲突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F5777-7707-4B5C-9AB7-44E62AA1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D290-8FE6-4AAE-8FDA-FE78963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EE19F-6820-4CE9-B148-E22DD3BD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最终答案替换为 {"ok":true}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E6B59-0D4E-4DD5-BB9F-6614BFF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5553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37801-93D2-4776-80D3-152360A2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关键断言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5F098-9847-492B-9130-184E8C04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断言 Answer={"ok":true}；事件 ReflectionCompleted；Delta 含“已修正最终答案”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06CE7-0A69-4B32-B20A-29241FC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56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61A6B-3D32-4EFD-AD1F-65C4C01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验证结果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6907D-3FAB-4D37-AD3E-C9475993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当前证明 Reflexion 已进入实际返回链路，而不是只有开关。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81EB6-8350-4DF4-AD9A-50AA7EF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2521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3E663-0D08-4BA1-84AA-A20B3EA9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实测案例：Auto 遵从用户指定的 Plan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12BC1-FD29-4991-B243-6F02777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66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验证案例来自 Goldfish.Harness.Tests，并已在当前工作区重新运行通过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7ADBA-649A-481A-BF20-9A33E4D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4171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684BD-0687-4482-8ED9-8E9DC798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04975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存在上一轮 ReAct 旧选择；本轮用户输入：我希望你走plan模式，进行mcp服务的获取和分析。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BA2A-2B8A-4DFD-A26A-05CFDB3E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6934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A12B8-BD9A-49FF-B285-9C359EAC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测试输入 /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024D6-37C9-43AD-AF2A-B056391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57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用户明确指定 plan，因此不调用 classifier，直接选择 PlanAndExecute。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D0FB0-9CC3-4378-8320-820777B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实际过程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30289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5924550" y="4114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0000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B8B78-4B84-4378-A84F-754D14BF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D6991-09A3-456E-8A50-36DBCA12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 directive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85136-3B27-4929-AAED-D3A0AE1A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识别用户指定 plan 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C9B50-8C52-4802-AB43-B215000F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17F8C-88DB-4474-ABCC-16EDE2AD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67A39-3700-4C10-9EA6-CB4F9EBE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生成 PlanCreated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8A0B9-B6E2-4A63-B20D-3F7D972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571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B9CF0-6E83-4930-A199-B2FABF15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C3C57-701A-494B-AD20-04F63F3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system 包含当前执行计划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A3DAB-4FDA-40DB-A4AD-CA513F84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5553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E088A-F3B8-47A8-B792-A699E104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关键断言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181B6-E23C-46B9-9B78-962444AC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事件含 ReasoningStrategySelected(Result=PlanAndExecute) 和 PlanCreated；Calls =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E0F88-41B4-4449-BBF5-299246FD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56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2B5B3-6CD1-4DD9-ABCB-F522A17F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验证结果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A9B42-9AFE-4F39-99BF-012EA27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5F66"/>
                </a:solidFill>
                <a:latin typeface="Helvetica Neue"/>
                <a:ea typeface="Helvetica Neue"/>
                <a:cs typeface="Helvetica Neue"/>
              </a:rPr>
              <a:t>当前回归：dotnet test Goldfish.Harness.slnx -c Release；48/48 通过。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6BADD-6474-4FC2-BF3B-89001C19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10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2026-07-26T19:04:17.4420000Z</dcterms:created>
  <dcterms:modified xsi:type="dcterms:W3CDTF">2026-07-26T19:04:17.4430000Z</dcterms:modified>
</coreProperties>
</file>